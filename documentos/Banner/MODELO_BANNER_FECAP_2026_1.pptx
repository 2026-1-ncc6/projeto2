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Open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r/W1wIRciBZ7cTl+AS682SxTf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1758" y="504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60719" y="13208992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lang="en-US" sz="4762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lang="en-US" sz="5077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lang="en-US" sz="11434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</a:t>
            </a:r>
            <a:r>
              <a:rPr lang="en-US" sz="11434" b="1">
                <a:latin typeface="Open Sans"/>
                <a:ea typeface="Open Sans"/>
                <a:cs typeface="Open Sans"/>
                <a:sym typeface="Open Sans"/>
              </a:rPr>
              <a:t>FLEXHEALTH</a:t>
            </a:r>
            <a:endParaRPr sz="11434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1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>
                <a:latin typeface="Open Sans"/>
                <a:ea typeface="Open Sans"/>
                <a:cs typeface="Open Sans"/>
                <a:sym typeface="Open Sans"/>
              </a:rPr>
              <a:t>Ettore, Luis Felipe, Rodrigo Gama e Rafaella Morelli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Rodnil, João Trencher, Victor Rosseti, Lucy, Edson Barbero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6025543" y="15479853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01: 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Dashboard Página Inicial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324243" y="29349941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66975" y="31719851"/>
            <a:ext cx="11400000" cy="6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BRASIL. Agência Nacional de Vigilância Sanitária (ANVISA). </a:t>
            </a:r>
            <a:r>
              <a:rPr lang="en-US" sz="3400" b="1">
                <a:solidFill>
                  <a:schemeClr val="dk1"/>
                </a:solidFill>
              </a:rPr>
              <a:t>Resolução da Diretoria Colegiada - RDC nº 430, de 8 de outubro de 2020</a:t>
            </a:r>
            <a:r>
              <a:rPr lang="en-US" sz="3400">
                <a:solidFill>
                  <a:schemeClr val="dk1"/>
                </a:solidFill>
              </a:rPr>
              <a:t>. Dispõe sobre as Boas Práticas de Distribuição, Armazenagem e de Transporte de Medicamentos. 9 out. 2020. </a:t>
            </a:r>
            <a:endParaRPr sz="34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MINISTÉRIO DA SAÚDE. Secretaria de Vigilância em Saúde. </a:t>
            </a:r>
            <a:r>
              <a:rPr lang="en-US" sz="3400" b="1">
                <a:solidFill>
                  <a:schemeClr val="dk1"/>
                </a:solidFill>
              </a:rPr>
              <a:t>Manual de Rede de Frio do Programa Nacional de Imunizações</a:t>
            </a:r>
            <a:r>
              <a:rPr lang="en-US" sz="3400">
                <a:solidFill>
                  <a:schemeClr val="dk1"/>
                </a:solidFill>
              </a:rPr>
              <a:t>. 5. ed. Brasília: Ministério da Saúde, 2017. </a:t>
            </a:r>
            <a:endParaRPr sz="3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5" y="31719850"/>
            <a:ext cx="12562800" cy="60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0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Microcontroladores ESP32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Sensor DHT22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Conectividade Wi-Fi / 5G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Dashboard web em tempo real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Aplicativo Mobile para visualização dos técnicos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44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400"/>
              <a:buFont typeface="Open Sans"/>
              <a:buChar char="●"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Protocolo MQTT via HiveMQ Cloud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0" y="10749184"/>
            <a:ext cx="12562800" cy="9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Falhas na cadeia de frio causam a perda de até 50% das vacinas globais (OMS), gerando prejuízos anuais de US$ 35 bilhões à indústria. Somado a isso, os sistemas atuais são centralizados e vulneráveis a fraudes, o que inviabiliza a rastreabilidade confiável e gera graves conflitos de auditoria entre transportadoras, clínicas e seguradoras. 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Esse cenário de dependência de processos manuais também eleva o risco de não conformidade com as normas da Anvisa. A detecção tardia resulta no descarte completo de lotes que já não possuem garantia de eficácia terapêutica. 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70066" y="21125709"/>
            <a:ext cx="12562800" cy="9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 FlexHealth propõe uma solução de monitoramento em tempo real para temperatura e umidade na cadeia logística de medicamentos termolábeis.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Por meio de sensores conectados e integrados a um dashboard, o sistema permite acompanhar continuamente as condições de transporte e armazenamento, com alertas imediatos em caso de variações fora do padrão.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 objetivo é permitir uma atuação rápida e preventiva, evitando que falhas térmicas comprometam a qualidade dos produtos.</a:t>
            </a:r>
            <a:r>
              <a:rPr lang="en-US" sz="3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617825" y="10880625"/>
            <a:ext cx="119043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222222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 sistema reduz o descarte de insumos ao permitir correções imediatas na cadeia de frio. O controle operacional une dashboards web gerenciais e rastreamento mobile na ponta da operação, emitindo alertas automatizados para qualquer variação de temperatura ou umidade. </a:t>
            </a:r>
            <a:endParaRPr sz="3400">
              <a:solidFill>
                <a:srgbClr val="222222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714839" y="24195810"/>
            <a:ext cx="11652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54677" y="16551024"/>
            <a:ext cx="11030586" cy="473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949313" y="22629800"/>
            <a:ext cx="3862816" cy="656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642506" y="22629788"/>
            <a:ext cx="6498594" cy="65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/>
          <p:nvPr/>
        </p:nvSpPr>
        <p:spPr>
          <a:xfrm>
            <a:off x="14690525" y="21807613"/>
            <a:ext cx="63804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Mobile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20277550" y="21807613"/>
            <a:ext cx="72285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 sz="343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Dashboard por Sensor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Calibri</vt:lpstr>
      <vt:lpstr>Inter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Ettore Grecco</dc:creator>
  <cp:lastModifiedBy>Ettore Grecco</cp:lastModifiedBy>
  <cp:revision>1</cp:revision>
  <dcterms:created xsi:type="dcterms:W3CDTF">2006-08-16T00:00:00Z</dcterms:created>
  <dcterms:modified xsi:type="dcterms:W3CDTF">2026-05-04T21:44:06Z</dcterms:modified>
</cp:coreProperties>
</file>